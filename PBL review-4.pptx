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2589-60A0-4260-CAA8-91F853BE8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C16BC-CB2E-F7C6-48E9-6BF231808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DCCCA-F7B4-40FF-71B8-0BA1F3DEA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9B8E-565B-4300-A75F-18C647324A1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E8C6-EA49-1113-CD46-FC2EC3EE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FCE9-F78A-FCB0-D7A7-334CF0CE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95E66-F047-4D32-B852-D96DE5EC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254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E25F4-449D-A545-D37F-736DA4417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B1995-CD46-B4C2-FDEC-05D366ADD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8D7F-596B-D31F-4BDA-E3C66A8C6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9B8E-565B-4300-A75F-18C647324A1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99D30-04FE-5868-1617-DF9FD3736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A4517-F797-DA46-A08C-858A804B2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95E66-F047-4D32-B852-D96DE5EC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428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760AE-C761-2FF5-85E1-640347EB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170F1-6C48-C09D-137D-EE48A61F5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F06D4-ABD5-3473-CE78-145035C3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9B8E-565B-4300-A75F-18C647324A1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B932D-51EA-6503-B01E-F853D8B1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6947-5D29-8587-C15C-B5231F9B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95E66-F047-4D32-B852-D96DE5EC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13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0B41E-7A61-51D9-CEAD-CD23EB02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466D8-369E-19DD-DFC8-73E0AB06E5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88449-6923-3DB9-48D9-C2E855224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7FC1E-4A8B-ED79-1200-A25DA07A2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9B8E-565B-4300-A75F-18C647324A1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D4C47-15AF-C768-6C4C-4BCF1504E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1BB89-3472-AE26-CA87-33C316CD2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95E66-F047-4D32-B852-D96DE5EC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79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D8A26-B809-597E-F39C-8C5E0A9E3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7611B-449A-78D9-1178-BA78D5FC4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21EDE-6252-289D-264B-73F26C3E6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0769F6-EB18-8F52-C79E-E3CEAE629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46B06-AF02-B348-28AE-C8CBB7052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0D1B2D-ABEC-BB82-9F02-593337EE6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9B8E-565B-4300-A75F-18C647324A1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020410-6853-1436-43F1-865176F4B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DF6FA2-DBFB-3AC2-F609-2CCC603C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95E66-F047-4D32-B852-D96DE5EC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916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59B1-09E3-0DEB-4DA9-6070BE988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64CC38-BA37-FDD9-0399-5D6B3548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9B8E-565B-4300-A75F-18C647324A1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1C373-CEA0-BD63-9764-FBE0E5160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0E1DD-B6C3-C1D4-D652-BE73CA4B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95E66-F047-4D32-B852-D96DE5EC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2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98B4F-3996-3EED-A091-827054A5B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9B8E-565B-4300-A75F-18C647324A1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6FAC3D-5503-FB77-E138-50F9388A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D312D-4BC3-ACA6-DFD7-47A7255B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95E66-F047-4D32-B852-D96DE5EC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72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64CF-2CC1-0B85-527E-F943E70A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F854-AE7D-56CF-7DF4-D3075C1BF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67607-8D38-8867-10B3-01F544019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F3572-6D0C-1D1E-8FD8-9399F5A88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9B8E-565B-4300-A75F-18C647324A1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49FA8-DAD0-1D33-6900-4B03AAFA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02DEE-4CB8-E5C0-576E-0A77B58DD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95E66-F047-4D32-B852-D96DE5EC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857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DD5C-99F7-5D37-454F-118999633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49D7C-3B5A-93B5-ED6B-002B09ED3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27C48-0A2E-C68A-126A-E6EF551D5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9CE78-F871-1045-CDE4-D76ADB28A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9B8E-565B-4300-A75F-18C647324A1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DB285-9295-9B5C-8268-AB98A0F28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F1F71-7B58-AD77-6053-3B92BA76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95E66-F047-4D32-B852-D96DE5EC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082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05BD-9F48-57B7-2FA7-52575BED5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03CED-282F-AD6D-6DCA-A24B82BB8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E4F2E-3EB1-2E9E-5ED6-4D379531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9B8E-565B-4300-A75F-18C647324A1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489F5-E1BB-7933-1FCC-48E3283CD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37FCF-F87D-3DFA-6C59-0E95FCC58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95E66-F047-4D32-B852-D96DE5EC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24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90328A-8DF6-9D18-0755-E7A5F556E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52544-1788-29E6-42DE-CC96FF25A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40775-34B6-A1D4-CD2E-284C77D0D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9B8E-565B-4300-A75F-18C647324A1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BF062-8566-E77E-225F-62BB56F6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5F085-7AC8-3069-F0CA-A0BE9907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95E66-F047-4D32-B852-D96DE5EC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48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23D809-8C50-7648-9F07-11803059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EBAE0-12C4-3CD3-DABF-0CB2E8E08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EA056-B2F7-93E5-28BA-9CF4ABC4A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C9B8E-565B-4300-A75F-18C647324A15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D7388-406F-8937-59B8-5235B6B94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B3561-1935-1A37-2169-E486D86B9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95E66-F047-4D32-B852-D96DE5EC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72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C573-4287-AA5E-B3FF-E20AE8DB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690" y="1103747"/>
            <a:ext cx="9144000" cy="992905"/>
          </a:xfrm>
        </p:spPr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EVENT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F0DAB-46D9-E26B-8C1A-46619016CA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IN" b="1" dirty="0">
                <a:latin typeface="Agency FB" panose="020B0503020202020204" pitchFamily="34" charset="0"/>
              </a:rPr>
              <a:t>2410030138 – KYASA GOWTHAM</a:t>
            </a:r>
          </a:p>
          <a:p>
            <a:pPr algn="l"/>
            <a:r>
              <a:rPr lang="en-IN" b="1" dirty="0">
                <a:latin typeface="Agency FB" panose="020B0503020202020204" pitchFamily="34" charset="0"/>
              </a:rPr>
              <a:t>2410030188 – ANISH JADHAV</a:t>
            </a:r>
          </a:p>
          <a:p>
            <a:pPr algn="l"/>
            <a:r>
              <a:rPr lang="en-IN" b="1" dirty="0">
                <a:latin typeface="Agency FB" panose="020B0503020202020204" pitchFamily="34" charset="0"/>
              </a:rPr>
              <a:t>2410030320 – VENKATA MUKESH</a:t>
            </a:r>
          </a:p>
          <a:p>
            <a:pPr algn="l"/>
            <a:r>
              <a:rPr lang="en-IN" b="1" dirty="0">
                <a:latin typeface="Agency FB" panose="020B0503020202020204" pitchFamily="34" charset="0"/>
              </a:rPr>
              <a:t>2410030496 – P.KARTHIKEYAN</a:t>
            </a:r>
          </a:p>
          <a:p>
            <a:pPr algn="l"/>
            <a:r>
              <a:rPr lang="en-IN" b="1" dirty="0">
                <a:latin typeface="Agency FB" panose="020B0503020202020204" pitchFamily="34" charset="0"/>
              </a:rPr>
              <a:t>2410030250 – G. KISHORE</a:t>
            </a:r>
          </a:p>
        </p:txBody>
      </p:sp>
    </p:spTree>
    <p:extLst>
      <p:ext uri="{BB962C8B-B14F-4D97-AF65-F5344CB8AC3E}">
        <p14:creationId xmlns:p14="http://schemas.microsoft.com/office/powerpoint/2010/main" val="47284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4E0C69-38D5-6D1D-4862-B771F94C3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OUTPUT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13B5266-D33E-D76E-7AD8-5CF5C3705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1995" y="1825625"/>
            <a:ext cx="89880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A7A3-5160-D84D-4EBD-F791A433C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latin typeface="Agency FB" panose="020B0503020202020204" pitchFamily="34" charset="0"/>
              </a:rPr>
              <a:t>AboutUs</a:t>
            </a:r>
            <a:endParaRPr lang="en-IN" b="1" dirty="0">
              <a:latin typeface="Agency FB" panose="020B0503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5DF26B-8756-D511-54F9-160E2306B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4933335" cy="4351338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069BEDFA-871C-9DA2-2E28-43874CD72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348" y="1825625"/>
            <a:ext cx="56667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03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42B52-453E-A471-B6D4-052A53D83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DA43BD-8F89-05D0-A430-A3A1B38E9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2414" y="1825625"/>
            <a:ext cx="90071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4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2BE48-210A-56FC-A251-B3FD9384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DATABASE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8C4ABC-8EBE-6704-9E1E-6D3FFA74C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422115"/>
            <a:ext cx="10515600" cy="115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63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Agency FB</vt:lpstr>
      <vt:lpstr>Arial</vt:lpstr>
      <vt:lpstr>Calibri</vt:lpstr>
      <vt:lpstr>Calibri Light</vt:lpstr>
      <vt:lpstr>Office Theme</vt:lpstr>
      <vt:lpstr>EVENT MANAGEMENT SYSTEM</vt:lpstr>
      <vt:lpstr>OUTPUT</vt:lpstr>
      <vt:lpstr>AboutUs</vt:lpstr>
      <vt:lpstr>DASHBOARD</vt:lpstr>
      <vt:lpstr>DATABASE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kyasa gowtham</dc:creator>
  <cp:lastModifiedBy>kyasa gowtham</cp:lastModifiedBy>
  <cp:revision>1</cp:revision>
  <dcterms:created xsi:type="dcterms:W3CDTF">2025-11-13T09:37:18Z</dcterms:created>
  <dcterms:modified xsi:type="dcterms:W3CDTF">2025-11-13T09:37:51Z</dcterms:modified>
</cp:coreProperties>
</file>